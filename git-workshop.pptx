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772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Mastery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Workshop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·  Branching Strategies  ·  Conflict Resolution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All-Hands  |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· Mixed audience · Interactive Q&amp;A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527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Foundations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92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 is, how it works, local vs remote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64008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97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Strategies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Flow, GitHub Flow, Trunk-Based Dev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64008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08760" y="3813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 Resolution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178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Rebase, resolving conflicts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8308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Git?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like…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 Docs version history — but for your entire codebase, with branching superpowers."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88036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 has the full history locally — no single point of failure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operations are local; no network needed for commits or diffs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4114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69080"/>
            <a:ext cx="6400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isolated environments for features, experiments, or 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371600"/>
            <a:ext cx="329184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30368" y="1426464"/>
            <a:ext cx="3291840" cy="914400"/>
          </a:xfrm>
          <a:prstGeom prst="rect">
            <a:avLst/>
          </a:prstGeom>
          <a:solidFill>
            <a:srgbClr val="6EA8F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40096" y="1481328"/>
            <a:ext cx="3291840" cy="914400"/>
          </a:xfrm>
          <a:prstGeom prst="rect">
            <a:avLst/>
          </a:prstGeom>
          <a:solidFill>
            <a:srgbClr val="93C4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9824" y="1536192"/>
            <a:ext cx="3291840" cy="914400"/>
          </a:xfrm>
          <a:prstGeom prst="rect">
            <a:avLst/>
          </a:prstGeom>
          <a:solidFill>
            <a:srgbClr val="BDD7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14813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a3f9e1c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17190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login feature"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snapshot is a commit.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tracks what changed, who changed it, and when.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3703320"/>
            <a:ext cx="3657600" cy="1051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379476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a3f9e1c  Add login feature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7d2b4a8  Fix navbar bug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3e1c9f0  Initial commit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8308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Git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2286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Directory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on disk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(modified)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8288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25880"/>
            <a:ext cx="64008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Area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ready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commit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2926080"/>
            <a:ext cx="18288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25880"/>
            <a:ext cx="64008" cy="2286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Repository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history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926080"/>
            <a:ext cx="18288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99232" y="24231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9544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33472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2587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79592" y="2423160"/>
            <a:ext cx="25603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2304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13832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13832" y="25877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snapshot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3931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tells you where your files are at any moment.    git diff  shows exactly what changed.    git log --oneline  shows history.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8308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FOUNDATIONS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↔ Remote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2926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machine)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762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791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 (.git)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325880"/>
            <a:ext cx="34747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325880"/>
            <a:ext cx="64008" cy="2926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463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Repository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/ GitLab / Bitbucket)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10312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1762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origin/main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260604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6791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origin/develop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108960"/>
            <a:ext cx="29260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18211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origin/feature-*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86200" y="2359152"/>
            <a:ext cx="137160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7316"/>
                </a:solidFill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219456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13632" y="252374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commits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86200" y="2953512"/>
            <a:ext cx="1371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13632" y="278892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13632" y="311810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+ merge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886200" y="3547872"/>
            <a:ext cx="1371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438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13632" y="338328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13632" y="371246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only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86200" y="4142232"/>
            <a:ext cx="13716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40325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</a:rPr>
              <a:t>←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13632" y="3977640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13632" y="4306824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download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Strategies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  ·  GitHub Flow  ·  Trunk-Based Development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Branch?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749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lightweight movable pointer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commit in your history."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658368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3154680"/>
            <a:ext cx="420624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212194">
            <a:off x="3108960" y="2331720"/>
            <a:ext cx="137160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3378596">
            <a:off x="6766560" y="3154680"/>
            <a:ext cx="989075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16712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47088" y="216712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44368" y="216712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517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41648" y="2167128"/>
            <a:ext cx="329184" cy="32918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04688" y="299008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01968" y="299008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33488" y="216712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04088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440" y="2148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29900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365760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520440"/>
            <a:ext cx="3383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and switch to a branch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branch to remote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feature/login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back to main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43400" y="3429000"/>
            <a:ext cx="4480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3429000"/>
            <a:ext cx="640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3474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Isolate work without breaking main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3794760"/>
            <a:ext cx="4480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3794760"/>
            <a:ext cx="6400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840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Multiple features in parallel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4160520"/>
            <a:ext cx="4480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4160520"/>
            <a:ext cx="640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420624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rollback if something goes wrong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43400" y="4526280"/>
            <a:ext cx="4480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4526280"/>
            <a:ext cx="64008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45720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review before merging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Branching Strategies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64008" cy="3520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2743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releases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develop, feature, release, hotfix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separation, great for versioned software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overhead for fast-moving teams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298448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298448"/>
            <a:ext cx="64008" cy="3520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298448"/>
            <a:ext cx="2743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344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29000" y="19202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2900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2450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2900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●●○○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29809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+ short-lived feature branches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3511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29000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works well with PRs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9000" y="40416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2900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 for complex release cycles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1298448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1298448"/>
            <a:ext cx="64008" cy="3520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298448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344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Trunk-Based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55080" y="19202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55080" y="2121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High-velocity teams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55080" y="2450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55080" y="2651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●○○○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55080" y="29809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55080" y="3182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only (+ very short feature branches)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35112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55080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speed, minimal merge hell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55080" y="40416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55080" y="4242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feature flags &amp; CI discipline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Flow — Branch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79095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2011680"/>
            <a:ext cx="182880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2606040"/>
            <a:ext cx="18288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00400"/>
            <a:ext cx="790956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3840480"/>
            <a:ext cx="23774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12710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18653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24597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" y="305409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" y="36941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32688" y="125272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47888" y="125272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32688" y="303580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rot="5400000">
            <a:off x="3840480" y="3200400"/>
            <a:ext cx="6400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0208" y="367588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79008" y="3675888"/>
            <a:ext cx="329184" cy="329184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-3615307">
            <a:off x="6217920" y="3840480"/>
            <a:ext cx="737213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303580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 rot="-5400000">
            <a:off x="3474720" y="3200400"/>
            <a:ext cx="59436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50208" y="244144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 rot="3503550">
            <a:off x="5303520" y="2606040"/>
            <a:ext cx="697886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4373836">
            <a:off x="5303520" y="2606040"/>
            <a:ext cx="1243718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4688" y="125272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 rot="5400000">
            <a:off x="2286000" y="1417320"/>
            <a:ext cx="594360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61488" y="1847088"/>
            <a:ext cx="329184" cy="329184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 rot="-3145884">
            <a:off x="4114800" y="2011680"/>
            <a:ext cx="749864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4137749">
            <a:off x="4114800" y="2011680"/>
            <a:ext cx="1273612" cy="0"/>
          </a:xfrm>
          <a:prstGeom prst="line">
            <a:avLst/>
          </a:prstGeom>
          <a:noFill/>
          <a:ln w="3175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07408" y="1252728"/>
            <a:ext cx="329184" cy="329184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672584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654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— production-ready code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67128" y="4672584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4654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— integration branch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31336" y="46725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41648" y="4654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 — new features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95544" y="4672584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05856" y="4654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release/* — release prep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4645152"/>
            <a:ext cx="832104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59752" y="46725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70064" y="46542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hotfix/* — urgent prod fixes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Flow — Keep It Simple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4475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feature branch from main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286000"/>
            <a:ext cx="24231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feature/my-feature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80160"/>
            <a:ext cx="64008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444752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8620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56432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small, focused commits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56432" y="2286000"/>
            <a:ext cx="24231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X"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280160"/>
            <a:ext cx="64008" cy="1691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1444752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82512" y="18745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branch &amp; open a Pull Request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2286000"/>
            <a:ext cx="24231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3591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feature/my-feature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200400"/>
            <a:ext cx="64008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364992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reviews code, discusses changes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" y="4206240"/>
            <a:ext cx="24231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 review in GitHub/GitLab UI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9184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2004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56432" y="336499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8620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456432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tests on the PR automatically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56432" y="4206240"/>
            <a:ext cx="24231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47872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Automated checks pass ✓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21792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200400"/>
            <a:ext cx="64008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82512" y="3364992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12280" y="34015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382512" y="37947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 into main and deploy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82512" y="4206240"/>
            <a:ext cx="24231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 &amp;&amp; git merge feature/my-feature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 ·  git rebase  ·  resolving conflicts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Causes a Conflict?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64008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occurs when two branches modify the same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a file — and Git cannot auto-resolve which change wins.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84632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4688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(your branch)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greet() { return "Hello!";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greet() { return "Hi there!";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feature/greeting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markers mean: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050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  →  Your current branch's version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2611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  →  Divider between the two versions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5171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branch  →  The incoming branch's 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298448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298448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13898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line edited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1709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devs changed identical lines differently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2560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32120" y="2560320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6517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Deleted vs modified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2971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deleted a file, another modified 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3822192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3822192"/>
            <a:ext cx="64008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91363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Rename conflicts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42336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renamed differently on two branches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merge — Combining Branches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2331720"/>
            <a:ext cx="182880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377440" y="1691640"/>
            <a:ext cx="64008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8988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1284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95728" y="216712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18688" y="216712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" y="1554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" y="2194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git merge feature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91640"/>
            <a:ext cx="40233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331720"/>
            <a:ext cx="128016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6492240" y="1691640"/>
            <a:ext cx="64008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2700000">
            <a:off x="7772400" y="2331720"/>
            <a:ext cx="90521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912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0468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2764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10528" y="216712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3488" y="2167128"/>
            <a:ext cx="329184" cy="329184"/>
          </a:xfrm>
          <a:prstGeom prst="ellipse">
            <a:avLst/>
          </a:prstGeom>
          <a:solidFill>
            <a:srgbClr val="22C55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4088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47888" y="152704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95528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552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 (M)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histories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2971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2971800"/>
            <a:ext cx="64008" cy="19385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063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Fast-Forward Merge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divergence → Git just moves the pointer forward. No merge commit created.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4160520"/>
            <a:ext cx="251460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233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0" y="2971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2971800"/>
            <a:ext cx="64008" cy="19385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3063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Three-Way Merge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7472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have new commits → Git creates a merge commit combining both.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29000" y="4160520"/>
            <a:ext cx="251460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4233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--no-ff feature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17920" y="2971800"/>
            <a:ext cx="27889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17920" y="2971800"/>
            <a:ext cx="64008" cy="19385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063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Squash Merge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40080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all feature commits into one clean commit on main.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55080" y="4160520"/>
            <a:ext cx="2514600" cy="53035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4233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--squash feature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rebase — Rewriting History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2377440"/>
            <a:ext cx="18288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2377440" y="1691640"/>
            <a:ext cx="685800" cy="0"/>
          </a:xfrm>
          <a:prstGeom prst="line">
            <a:avLst/>
          </a:prstGeom>
          <a:noFill/>
          <a:ln w="3175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8988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1284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95728" y="221284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18688" y="221284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2587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" y="15544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" y="22311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12618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git rebase main  (on feature branch)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691640"/>
            <a:ext cx="40233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38912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5896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36208" y="1527048"/>
            <a:ext cx="329184" cy="32918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13448" y="152704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90688" y="1527048"/>
            <a:ext cx="329184" cy="32918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98080" y="1901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32320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 and E' are replayed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 C — new hashes!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2743200"/>
            <a:ext cx="4206240" cy="22402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4360" y="2834640"/>
            <a:ext cx="39319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your feature branch: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feature/login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conflicts arise: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  # after resolving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--abort     # start over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Interactive rebase (clean up commits):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 HEAD~3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278892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2788920"/>
            <a:ext cx="6400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28529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Clean, linear commit history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331927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0" y="3319272"/>
            <a:ext cx="64008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Easier to read with git log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92040" y="384962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3849624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9136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Never rebase shared/public branches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92040" y="437997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4379976"/>
            <a:ext cx="64008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4443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Rewrites commit SHAs — force-push needed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vs Rebase — When to Use Which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merge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261872"/>
            <a:ext cx="40233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618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rebase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64792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96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full history with merge commits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0" y="181965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2040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history — linear &amp; clean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40233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386584"/>
            <a:ext cx="40233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414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2642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see when branches joined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4414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2040" y="2642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trace original branch context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08376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08376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SHA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keep their original SHAs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0632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SHA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SHA for each replayed commit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30168"/>
            <a:ext cx="40233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630168"/>
            <a:ext cx="402336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850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branches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3886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safe to merge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68503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branches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92040" y="3886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shared/public branches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25196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25196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068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507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long-lived feature branches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43068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92040" y="4507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local branch before opening a PR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864608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Rebase locally before pushing.  Merge when integrating into main/develop.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Resolving Conflicts —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26464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the merge/rebase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1901952"/>
            <a:ext cx="38404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24128" y="17190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will pause and report conflicted files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129844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298448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5192" y="1426464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58968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conflicted files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65192" y="1901952"/>
            <a:ext cx="38404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58968" y="17190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"both modified" — those need attention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0545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05456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263347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&amp; edit the file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0352" y="3108960"/>
            <a:ext cx="38404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src/auth.js  # or any editor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4128" y="29260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conflict markers, keep the right code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2505456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505456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65192" y="2633472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58968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the resolved file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65192" y="3108960"/>
            <a:ext cx="38404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src/auth.js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58968" y="29260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Git you've resolved this file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71246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712464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" y="384048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24128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the operation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30352" y="4315968"/>
            <a:ext cx="38404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4334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--continue  # or git rebase --continue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4128" y="41330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merge/rebase process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00600" y="371246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3712464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65192" y="384048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6519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458968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everything works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965192" y="4315968"/>
            <a:ext cx="384048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56632" y="43342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# or your test command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458968" y="41330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tests after resolving!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 Rules of Git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and you'll avoid 90% of Git disasters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160520" cy="107899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10789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399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force-push to main or develop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7739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shared history breaks everyone's repos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1261872"/>
            <a:ext cx="4160520" cy="107899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61872"/>
            <a:ext cx="64008" cy="10789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50408" y="1399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meaningful commit messages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0408" y="17739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bug" tells future-you nothing. Use imperative: "Fix auth token expiry bug"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4160520" cy="107899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96312"/>
            <a:ext cx="64008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26334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small and often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commits are easy to review, revert, and understand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496312"/>
            <a:ext cx="4160520" cy="107899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496312"/>
            <a:ext cx="64008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50408" y="26334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before you change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0408" y="3008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feature or fix = a new branch. Never work directly on main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30752"/>
            <a:ext cx="4160520" cy="107899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30752"/>
            <a:ext cx="64008" cy="10789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15568" y="38679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Rebase local, merge to integrate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242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feature branch up to date with rebase; merge when the feature is done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730752"/>
            <a:ext cx="4160520" cy="1078992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30752"/>
            <a:ext cx="64008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50408" y="38679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tests before pushing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0408" y="42428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code on a shared branch blocks the entire team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 &amp;  Q&amp;A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6052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64008" cy="17830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08176"/>
            <a:ext cx="388620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# init repo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&lt;url&gt;           # clone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# check state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# stage all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"msg"       # commit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6052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64008" cy="1783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408176"/>
            <a:ext cx="388620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48132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&lt;branch&gt;    # create+switch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&lt;branch&gt;       # switch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&lt;branch&gt;    # delete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&lt;br&gt;   # push branch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--prune         # sync remote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6052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64008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 &amp; Rebase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88620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4728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        # merge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--no-ff &lt;br&gt;    # force merge commit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           # rebase onto main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-i HEAD~3      # interactive rebase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cherry-pick &lt;sha&gt;     # pick a commit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800600" y="2971800"/>
            <a:ext cx="4160520" cy="1783080"/>
          </a:xfrm>
          <a:prstGeom prst="rect">
            <a:avLst/>
          </a:prstGeom>
          <a:solidFill>
            <a:srgbClr val="243B5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971800"/>
            <a:ext cx="64008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 &amp; Undo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374136"/>
            <a:ext cx="388620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447288"/>
            <a:ext cx="3749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--abort         # cancel merge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--abort        # cancel rebase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&lt;file&gt;        # discard changes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HEAD~1          # undo last commit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stash / git stash pop # temp save work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Mastery Workshop</dc:title>
  <dc:subject>PptxGenJS Presentation</dc:subject>
  <dc:creator>Mark</dc:creator>
  <cp:lastModifiedBy>Mark</cp:lastModifiedBy>
  <cp:revision>1</cp:revision>
  <dcterms:created xsi:type="dcterms:W3CDTF">2026-05-02T13:05:40Z</dcterms:created>
  <dcterms:modified xsi:type="dcterms:W3CDTF">2026-05-02T13:05:40Z</dcterms:modified>
</cp:coreProperties>
</file>